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3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0E6BC6-5D2A-4C29-A6D5-7A36801C5822}" type="datetimeFigureOut">
              <a:rPr lang="ru-RU" smtClean="0"/>
              <a:pPr/>
              <a:t>23.10.2022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4E625-9482-428A-83D9-6E9E1BD35C5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A4DE4-583F-406E-AC19-234CB109C30B}" type="datetime1">
              <a:rPr lang="ru-RU" smtClean="0"/>
              <a:pPr/>
              <a:t>23.10.2022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97B72-3626-44FC-8BB3-60EADF0C81DF}" type="datetime1">
              <a:rPr lang="ru-RU" smtClean="0"/>
              <a:pPr/>
              <a:t>23.10.2022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18FF8-6F19-4151-9BEA-AEECAFBE3C11}" type="datetime1">
              <a:rPr lang="ru-RU" smtClean="0"/>
              <a:pPr/>
              <a:t>23.10.2022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86720-A17A-4E91-AE7C-149AF91866ED}" type="datetime1">
              <a:rPr lang="ru-RU" smtClean="0"/>
              <a:pPr/>
              <a:t>23.10.2022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957D7-660C-4279-AB46-51B18B7D0EA1}" type="datetime1">
              <a:rPr lang="ru-RU" smtClean="0"/>
              <a:pPr/>
              <a:t>23.10.2022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A928-3137-4E70-B2C5-D83AA1BE2BF1}" type="datetime1">
              <a:rPr lang="ru-RU" smtClean="0"/>
              <a:pPr/>
              <a:t>23.10.2022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1627-404A-4DD2-AC80-89D6AA43C0EE}" type="datetime1">
              <a:rPr lang="ru-RU" smtClean="0"/>
              <a:pPr/>
              <a:t>23.10.2022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5C40B-4F33-4C0A-B333-D64B67AC64AF}" type="datetime1">
              <a:rPr lang="ru-RU" smtClean="0"/>
              <a:pPr/>
              <a:t>23.10.2022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23EB2-B01C-4AB1-A50E-941E8EFD0189}" type="datetime1">
              <a:rPr lang="ru-RU" smtClean="0"/>
              <a:pPr/>
              <a:t>23.10.2022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D9780-3B39-453F-96AD-A3922C7C8714}" type="datetime1">
              <a:rPr lang="ru-RU" smtClean="0"/>
              <a:pPr/>
              <a:t>23.10.2022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1311-C374-4338-95B5-5C030B96D232}" type="datetime1">
              <a:rPr lang="ru-RU" smtClean="0"/>
              <a:pPr/>
              <a:t>23.10.2022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BA5CC-6832-4925-9714-62F5EE402EBB}" type="datetime1">
              <a:rPr lang="ru-RU" smtClean="0"/>
              <a:pPr/>
              <a:t>23.10.2022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12619-0F2F-44F6-832F-14F4D34A19C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19213" y="1304925"/>
            <a:ext cx="6505575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" y="293688"/>
            <a:ext cx="8458200" cy="627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4888" y="1128713"/>
            <a:ext cx="7134225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144250" cy="816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25" y="895350"/>
            <a:ext cx="6000750" cy="506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6075" y="2324100"/>
            <a:ext cx="337185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1738" y="2700338"/>
            <a:ext cx="4200525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8158" y="1988841"/>
            <a:ext cx="7727684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5794" y="1340769"/>
            <a:ext cx="5032414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0603" y="908720"/>
            <a:ext cx="5502794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5684" y="1484784"/>
            <a:ext cx="5972632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1163" y="1100138"/>
            <a:ext cx="5781675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545" y="2348880"/>
            <a:ext cx="8190910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https://www.youtube.com/watch?v=yuSqRMKRp7Q</a:t>
            </a:r>
            <a:endParaRPr lang="ru-RU" sz="24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2619-0F2F-44F6-832F-14F4D34A19C2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16</Words>
  <Application>Microsoft Office PowerPoint</Application>
  <PresentationFormat>Экран (4:3)</PresentationFormat>
  <Paragraphs>14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https://www.youtube.com/watch?v=yuSqRMKRp7Q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Любовь</dc:creator>
  <cp:lastModifiedBy>Любовь</cp:lastModifiedBy>
  <cp:revision>13</cp:revision>
  <dcterms:created xsi:type="dcterms:W3CDTF">2022-10-16T20:06:28Z</dcterms:created>
  <dcterms:modified xsi:type="dcterms:W3CDTF">2022-10-23T18:47:21Z</dcterms:modified>
</cp:coreProperties>
</file>