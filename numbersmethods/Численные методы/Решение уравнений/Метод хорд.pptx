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59" r:id="rId3"/>
    <p:sldId id="260" r:id="rId4"/>
    <p:sldId id="261" r:id="rId5"/>
    <p:sldId id="262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3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9B060-BE34-4DBD-AB7C-B117EF6BAA4B}" type="datetimeFigureOut">
              <a:rPr lang="ru-RU" smtClean="0"/>
              <a:t>23.10.2022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85B87-3D13-40D9-AB10-17ABA8194CC5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4D17-D1B5-48C5-83BC-0764F5F88A85}" type="datetime1">
              <a:rPr lang="ru-RU" smtClean="0"/>
              <a:t>23.10.2022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9B0F1-EC86-4848-9E96-F3D0FE0B41E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C5687-C8B8-4E8F-97F0-53C3B95C1203}" type="datetime1">
              <a:rPr lang="ru-RU" smtClean="0"/>
              <a:t>23.10.2022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9B0F1-EC86-4848-9E96-F3D0FE0B41E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BA6EC-0863-4ADB-95FE-7E9F85E06CFE}" type="datetime1">
              <a:rPr lang="ru-RU" smtClean="0"/>
              <a:t>23.10.2022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9B0F1-EC86-4848-9E96-F3D0FE0B41E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5726-387A-4D3F-ABEE-B0EA527C4DE1}" type="datetime1">
              <a:rPr lang="ru-RU" smtClean="0"/>
              <a:t>23.10.2022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9B0F1-EC86-4848-9E96-F3D0FE0B41E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24038-28CE-4322-BC5D-E18FDEFE33E1}" type="datetime1">
              <a:rPr lang="ru-RU" smtClean="0"/>
              <a:t>23.10.2022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9B0F1-EC86-4848-9E96-F3D0FE0B41E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47514-0902-4E49-8EA6-76D5BE7E62CF}" type="datetime1">
              <a:rPr lang="ru-RU" smtClean="0"/>
              <a:t>23.10.2022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9B0F1-EC86-4848-9E96-F3D0FE0B41E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CE993-889D-4E83-BEE5-5079DBA54408}" type="datetime1">
              <a:rPr lang="ru-RU" smtClean="0"/>
              <a:t>23.10.2022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9B0F1-EC86-4848-9E96-F3D0FE0B41E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4B28E-243D-492B-918B-9596D500E99B}" type="datetime1">
              <a:rPr lang="ru-RU" smtClean="0"/>
              <a:t>23.10.2022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9B0F1-EC86-4848-9E96-F3D0FE0B41E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125CB-46AA-483F-BE0C-A885EA383EF7}" type="datetime1">
              <a:rPr lang="ru-RU" smtClean="0"/>
              <a:t>23.10.2022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9B0F1-EC86-4848-9E96-F3D0FE0B41E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1D599-387C-4C95-A6DA-D0EBCF99A195}" type="datetime1">
              <a:rPr lang="ru-RU" smtClean="0"/>
              <a:t>23.10.2022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9B0F1-EC86-4848-9E96-F3D0FE0B41E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82EE2-D425-4E09-AC1D-4AFBC148A62A}" type="datetime1">
              <a:rPr lang="ru-RU" smtClean="0"/>
              <a:t>23.10.2022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9B0F1-EC86-4848-9E96-F3D0FE0B41E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193DA-9B02-41D1-8A12-FA96A3D9CEF8}" type="datetime1">
              <a:rPr lang="ru-RU" smtClean="0"/>
              <a:t>23.10.2022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9B0F1-EC86-4848-9E96-F3D0FE0B41E5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9B0F1-EC86-4848-9E96-F3D0FE0B41E5}" type="slidenum">
              <a:rPr lang="ru-RU" smtClean="0"/>
              <a:t>1</a:t>
            </a:fld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t="845" r="117"/>
          <a:stretch>
            <a:fillRect/>
          </a:stretch>
        </p:blipFill>
        <p:spPr bwMode="auto">
          <a:xfrm>
            <a:off x="745804" y="601837"/>
            <a:ext cx="7642620" cy="5713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9B0F1-EC86-4848-9E96-F3D0FE0B41E5}" type="slidenum">
              <a:rPr lang="ru-RU" smtClean="0"/>
              <a:t>2</a:t>
            </a:fld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3438" y="384175"/>
            <a:ext cx="7477125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https://www.youtube.com/watch?v=TT2nkUhxGqA</a:t>
            </a:r>
            <a:endParaRPr lang="ru-RU" sz="24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9B0F1-EC86-4848-9E96-F3D0FE0B41E5}" type="slidenum">
              <a:rPr lang="ru-RU" smtClean="0"/>
              <a:t>3</a:t>
            </a:fld>
            <a:endParaRPr lang="ru-RU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04782"/>
            <a:ext cx="8229600" cy="3316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9B0F1-EC86-4848-9E96-F3D0FE0B41E5}" type="slidenum">
              <a:rPr lang="ru-RU" smtClean="0"/>
              <a:t>4</a:t>
            </a:fld>
            <a:endParaRPr lang="ru-RU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8725" y="1179513"/>
            <a:ext cx="6686550" cy="450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9B0F1-EC86-4848-9E96-F3D0FE0B41E5}" type="slidenum">
              <a:rPr lang="ru-RU" smtClean="0"/>
              <a:t>5</a:t>
            </a:fld>
            <a:endParaRPr lang="ru-RU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9725" y="1055688"/>
            <a:ext cx="592455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8</Words>
  <Application>Microsoft Office PowerPoint</Application>
  <PresentationFormat>Экран (4:3)</PresentationFormat>
  <Paragraphs>6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Слайд 1</vt:lpstr>
      <vt:lpstr>Слайд 2</vt:lpstr>
      <vt:lpstr>https://www.youtube.com/watch?v=TT2nkUhxGqA</vt:lpstr>
      <vt:lpstr>Слайд 4</vt:lpstr>
      <vt:lpstr>Слайд 5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Любовь</dc:creator>
  <cp:lastModifiedBy>Любовь</cp:lastModifiedBy>
  <cp:revision>23</cp:revision>
  <dcterms:created xsi:type="dcterms:W3CDTF">2022-10-23T15:38:49Z</dcterms:created>
  <dcterms:modified xsi:type="dcterms:W3CDTF">2022-10-23T20:41:48Z</dcterms:modified>
</cp:coreProperties>
</file>